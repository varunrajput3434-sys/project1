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Montserrat Light" panose="00000400000000000000" pitchFamily="2" charset="0"/>
      <p:regular r:id="rId16"/>
    </p:embeddedFont>
    <p:embeddedFont>
      <p:font typeface="Source Sans 3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1736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2231231"/>
            <a:ext cx="6240661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Nexthikes Project by 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50198" y="3031212"/>
            <a:ext cx="5875258" cy="56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Advanced Calculator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350198" y="3962281"/>
            <a:ext cx="74164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deep dive into the architecture and functionality of a modern calculator.                                                                         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350198" y="4980265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350198" y="6110868"/>
            <a:ext cx="7655734" cy="490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                                                                                                 Presented by  :    Varun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2156936"/>
            <a:ext cx="7416403" cy="280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Building an Advanced Calculator -  Buttons, Operations &amp; Clear Function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50198" y="5332214"/>
            <a:ext cx="74164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presentation outlines the fundamental components and logic required to develop a sophisticated calculator application.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211937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Core Components of a Calculator UI</a:t>
            </a:r>
            <a:endParaRPr lang="en-US" sz="4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3798" y="2984659"/>
            <a:ext cx="616982" cy="6169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89271" y="313110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Numeric Buttons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789271" y="3629739"/>
            <a:ext cx="649093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Digits 0 through 9 for precise input.</a:t>
            </a:r>
            <a:endParaRPr lang="en-US" sz="1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3798" y="4493538"/>
            <a:ext cx="616982" cy="61698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89271" y="4639985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Operator Buttons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789271" y="5138618"/>
            <a:ext cx="649093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Basic arithmetic operations: +, -, *, /.</a:t>
            </a:r>
            <a:endParaRPr lang="en-US" sz="1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3798" y="6002417"/>
            <a:ext cx="616982" cy="61698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89271" y="6148864"/>
            <a:ext cx="282047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Functional Buttons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789271" y="6647498"/>
            <a:ext cx="649093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Clear (C) for reset and Equals (=) for calculation.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01541"/>
            <a:ext cx="10412135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Designing Numeric Buttons (0 to 9)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195036"/>
            <a:ext cx="7500699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numeric button, from 1 to 0, serves as the primary input for the calculator.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3157418"/>
            <a:ext cx="750069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 buttons labeled 1, 2, 3 ... 9, 0.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3613904"/>
            <a:ext cx="7500699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button press appends its digit to the current display, forming the input number.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4440555"/>
            <a:ext cx="7500699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Utilize a grid layout for an intuitive and familiar number pad arrangement, similar to a phone keypad.</a:t>
            </a:r>
            <a:endParaRPr lang="en-US" sz="1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4336" y="2250638"/>
            <a:ext cx="4799767" cy="47997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36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0089" y="3104793"/>
            <a:ext cx="9841230" cy="576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Implementing Operator Buttons (+, -, *, /)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10089" y="3985498"/>
            <a:ext cx="13210223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Operator buttons are crucial for defining the arithmetic action between numbers.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10089" y="4518065"/>
            <a:ext cx="6503670" cy="1469946"/>
          </a:xfrm>
          <a:prstGeom prst="roundRect">
            <a:avLst>
              <a:gd name="adj" fmla="val 7465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7229" y="4518065"/>
            <a:ext cx="91440" cy="1469946"/>
          </a:xfrm>
          <a:prstGeom prst="roundRect">
            <a:avLst>
              <a:gd name="adj" fmla="val 33283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1004411" y="4743807"/>
            <a:ext cx="2305526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Trigger Operations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4411" y="5153620"/>
            <a:ext cx="5983605" cy="60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Operators initiate arithmetic processes on the currently displayed value.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416641" y="4518065"/>
            <a:ext cx="6503670" cy="1469946"/>
          </a:xfrm>
          <a:prstGeom prst="roundRect">
            <a:avLst>
              <a:gd name="adj" fmla="val 7465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93781" y="4518065"/>
            <a:ext cx="91440" cy="1469946"/>
          </a:xfrm>
          <a:prstGeom prst="roundRect">
            <a:avLst>
              <a:gd name="adj" fmla="val 33283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7710964" y="4743807"/>
            <a:ext cx="2357676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Store First Operand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710964" y="5153620"/>
            <a:ext cx="5983605" cy="60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When an operator is pressed, the current number is stored as the first operand.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710089" y="6190893"/>
            <a:ext cx="6503670" cy="1469946"/>
          </a:xfrm>
          <a:prstGeom prst="roundRect">
            <a:avLst>
              <a:gd name="adj" fmla="val 7465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7229" y="6190893"/>
            <a:ext cx="91440" cy="1469946"/>
          </a:xfrm>
          <a:prstGeom prst="roundRect">
            <a:avLst>
              <a:gd name="adj" fmla="val 33283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1004411" y="6416635"/>
            <a:ext cx="2305526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Select Operator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04411" y="6826448"/>
            <a:ext cx="5983605" cy="60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chosen operator (+, -, *, /) is registered for the upcoming calculation.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7416641" y="6190893"/>
            <a:ext cx="6503670" cy="1469946"/>
          </a:xfrm>
          <a:prstGeom prst="roundRect">
            <a:avLst>
              <a:gd name="adj" fmla="val 7465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93781" y="6190893"/>
            <a:ext cx="91440" cy="1469946"/>
          </a:xfrm>
          <a:prstGeom prst="roundRect">
            <a:avLst>
              <a:gd name="adj" fmla="val 33283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7710964" y="6416635"/>
            <a:ext cx="3433882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Prepare for Second Operand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710964" y="6826448"/>
            <a:ext cx="5983605" cy="60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calculator clears the display, ready for the user to input the next number.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01541"/>
            <a:ext cx="5923240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Clear Button (C)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2250638"/>
            <a:ext cx="4799767" cy="4799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73403" y="2195036"/>
            <a:ext cx="7500699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"Clear" button is an indispensable feature, ensuring user control and error correction.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273403" y="3157418"/>
            <a:ext cx="750069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Resets the input display to zero, providing a clean slate.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273403" y="3613904"/>
            <a:ext cx="7500699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Clears any stored operands or operators, allowing a fresh start without refreshing the application.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273403" y="4440555"/>
            <a:ext cx="7500699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Enhances usability by quickly undoing mistakes or beginning a new calculation sequence.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19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3558" y="662821"/>
            <a:ext cx="6155531" cy="684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Equals Button (=)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43558" y="1709023"/>
            <a:ext cx="7456884" cy="722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"Equals" button is the gateway to results, executing the pending arithmetic operation.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43558" y="2703076"/>
            <a:ext cx="24098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843558" y="3082171"/>
            <a:ext cx="3607951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843558" y="3263622"/>
            <a:ext cx="2738914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Execute Operation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843558" y="3750469"/>
            <a:ext cx="3607951" cy="144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Triggers the calculation using the stored first operand, the selected operator, and the currently displayed number.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692491" y="2703076"/>
            <a:ext cx="24098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4692491" y="3082171"/>
            <a:ext cx="3607951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4692491" y="3263622"/>
            <a:ext cx="2738914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Display Result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4692491" y="3750469"/>
            <a:ext cx="3607951" cy="1084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Shows the final computed value prominently on the calculator's screen.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43558" y="5618083"/>
            <a:ext cx="24098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850" dirty="0"/>
          </a:p>
        </p:txBody>
      </p:sp>
      <p:sp>
        <p:nvSpPr>
          <p:cNvPr id="14" name="Shape 11"/>
          <p:cNvSpPr/>
          <p:nvPr/>
        </p:nvSpPr>
        <p:spPr>
          <a:xfrm>
            <a:off x="843558" y="5997178"/>
            <a:ext cx="7456884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843558" y="6178629"/>
            <a:ext cx="2746772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Handle Edge Cases</a:t>
            </a:r>
            <a:endParaRPr lang="en-US" sz="2150" dirty="0"/>
          </a:p>
        </p:txBody>
      </p:sp>
      <p:sp>
        <p:nvSpPr>
          <p:cNvPr id="16" name="Text 13"/>
          <p:cNvSpPr/>
          <p:nvPr/>
        </p:nvSpPr>
        <p:spPr>
          <a:xfrm>
            <a:off x="843558" y="6665476"/>
            <a:ext cx="7456884" cy="722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Crucially, it manages special scenarios like division by zero, presenting an error message rather than crashing.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15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4236" y="435412"/>
            <a:ext cx="8035528" cy="899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Example: Basic JavaScript Logic for Button Handling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54236" y="1572578"/>
            <a:ext cx="8035528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Understanding the underlying logic simplifies calculator development.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54236" y="1988225"/>
            <a:ext cx="22860" cy="5807869"/>
          </a:xfrm>
          <a:prstGeom prst="roundRect">
            <a:avLst>
              <a:gd name="adj" fmla="val 103919"/>
            </a:avLst>
          </a:prstGeom>
          <a:solidFill>
            <a:srgbClr val="494A4B"/>
          </a:solidFill>
          <a:ln/>
        </p:spPr>
      </p:sp>
      <p:sp>
        <p:nvSpPr>
          <p:cNvPr id="6" name="Shape 3"/>
          <p:cNvSpPr/>
          <p:nvPr/>
        </p:nvSpPr>
        <p:spPr>
          <a:xfrm>
            <a:off x="577096" y="1988225"/>
            <a:ext cx="8035528" cy="1214438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7" name="Text 4"/>
          <p:cNvSpPr/>
          <p:nvPr/>
        </p:nvSpPr>
        <p:spPr>
          <a:xfrm>
            <a:off x="735449" y="2146578"/>
            <a:ext cx="1799630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Numeric Button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5449" y="2466618"/>
            <a:ext cx="7718822" cy="245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onClick =&gt; display += digit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5449" y="2806779"/>
            <a:ext cx="771882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Appends the clicked digit to the display string.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7096" y="3519368"/>
            <a:ext cx="8035528" cy="1214438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1" name="Text 8"/>
          <p:cNvSpPr/>
          <p:nvPr/>
        </p:nvSpPr>
        <p:spPr>
          <a:xfrm>
            <a:off x="735449" y="3677722"/>
            <a:ext cx="1799630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Operator Button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5449" y="3997762"/>
            <a:ext cx="7718822" cy="245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onClick =&gt; store(display, operator); clear display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5449" y="4337923"/>
            <a:ext cx="771882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Stores the current number and operator, then clears the display for the next input.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77096" y="5050512"/>
            <a:ext cx="8035528" cy="1214438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5" name="Text 12"/>
          <p:cNvSpPr/>
          <p:nvPr/>
        </p:nvSpPr>
        <p:spPr>
          <a:xfrm>
            <a:off x="735449" y="5208865"/>
            <a:ext cx="1799630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Equals Button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5449" y="5528905"/>
            <a:ext cx="7718822" cy="245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onClick =&gt; calculate(storedValue, operator, display)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5449" y="5869067"/>
            <a:ext cx="771882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Performs the stored operation with the final input and displays the outcome.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77096" y="6581656"/>
            <a:ext cx="8035528" cy="1214438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9" name="Text 16"/>
          <p:cNvSpPr/>
          <p:nvPr/>
        </p:nvSpPr>
        <p:spPr>
          <a:xfrm>
            <a:off x="735449" y="6740009"/>
            <a:ext cx="1799630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Clear Button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35449" y="7060049"/>
            <a:ext cx="7718822" cy="245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onClick =&gt; reset display and stored values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5449" y="7400211"/>
            <a:ext cx="771882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Wipes all current inputs and stored states, returning to an initial state.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812125"/>
            <a:ext cx="6735366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Summary &amp; Next Steps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50198" y="1883569"/>
            <a:ext cx="74164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Foundational Logic: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Combining buttons and their associated logic creates a functional and reliable calculator.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198" y="2710220"/>
            <a:ext cx="74164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Enhanced User Experience: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 Clear and Equals buttons are essential for intuitive user control and smooth operation.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350198" y="3536871"/>
            <a:ext cx="7416403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Future Enhancements: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Consider adding features like decimal points, parentheses for complex equations, and memory functions for more advanced calculations.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350198" y="4733687"/>
            <a:ext cx="74164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Call to Action: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Ready to build your own? Start coding your button components and bring your calculator to life today!  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350198" y="5751671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350198" y="6399490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                                                                                        </a:t>
            </a:r>
            <a:r>
              <a:rPr lang="en-US" sz="21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Thanking you  </a:t>
            </a:r>
            <a:endParaRPr lang="en-US" sz="2100" b="1" dirty="0"/>
          </a:p>
        </p:txBody>
      </p:sp>
      <p:sp>
        <p:nvSpPr>
          <p:cNvPr id="10" name="Text 7"/>
          <p:cNvSpPr/>
          <p:nvPr/>
        </p:nvSpPr>
        <p:spPr>
          <a:xfrm>
            <a:off x="6350198" y="7047309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600</Words>
  <Application>Microsoft Office PowerPoint</Application>
  <PresentationFormat>Custom</PresentationFormat>
  <Paragraphs>73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Source Sans 3</vt:lpstr>
      <vt:lpstr>Montserrat Light</vt:lpstr>
      <vt:lpstr>Consolas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VARUN KASHYAP</cp:lastModifiedBy>
  <cp:revision>2</cp:revision>
  <dcterms:created xsi:type="dcterms:W3CDTF">2025-11-25T11:34:08Z</dcterms:created>
  <dcterms:modified xsi:type="dcterms:W3CDTF">2025-11-25T15:46:18Z</dcterms:modified>
</cp:coreProperties>
</file>